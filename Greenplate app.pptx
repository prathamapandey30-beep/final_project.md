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10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GreenPlate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Food Waste Reduction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GreenPlate — Business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app to reduce household food waste</a:t>
            </a:r>
          </a:p>
          <a:p>
            <a:r>
              <a:t>• Auto-tracks groceries and predicts expiry</a:t>
            </a:r>
          </a:p>
          <a:p>
            <a:r>
              <a:t>• Suggests recipes using available ingredients</a:t>
            </a:r>
          </a:p>
          <a:p>
            <a:r>
              <a:t>• Goal: reduce waste, save money, improve sustainability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People forget what food they have</a:t>
            </a:r>
          </a:p>
          <a:p>
            <a:r>
              <a:t>• Expiry dates are not tracked</a:t>
            </a:r>
          </a:p>
          <a:p>
            <a:r>
              <a:t>• Manual tracking is inconvenient</a:t>
            </a:r>
          </a:p>
          <a:p>
            <a:r>
              <a:t>• Leads to food waste and extra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Auto-track groceries using OCR receipts</a:t>
            </a:r>
          </a:p>
          <a:p>
            <a:r>
              <a:t>• Expiry date alerts before spoilage</a:t>
            </a:r>
          </a:p>
          <a:p>
            <a:r>
              <a:t>• AI-based shelf-life prediction</a:t>
            </a:r>
          </a:p>
          <a:p>
            <a:r>
              <a:t>• Recipe suggestions from available food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GreenPlate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/>
              <a:t>🧠 </a:t>
            </a:r>
            <a:r>
              <a:rPr lang="en-US" dirty="0" smtClean="0"/>
              <a:t>  </a:t>
            </a:r>
            <a:r>
              <a:rPr smtClean="0"/>
              <a:t>Smart </a:t>
            </a:r>
            <a:r>
              <a:t>Dashboard</a:t>
            </a:r>
          </a:p>
          <a:p>
            <a:r>
              <a:t>- Tracks money saved, food waste, CO₂ impact</a:t>
            </a:r>
          </a:p>
          <a:p>
            <a:r>
              <a:t>- Alerts for expiring items</a:t>
            </a:r>
          </a:p>
          <a:p>
            <a:endParaRPr/>
          </a:p>
          <a:p>
            <a:r>
              <a:rPr smtClean="0"/>
              <a:t>📸</a:t>
            </a:r>
            <a:r>
              <a:rPr lang="en-US" dirty="0" smtClean="0"/>
              <a:t>   R</a:t>
            </a:r>
            <a:r>
              <a:rPr smtClean="0"/>
              <a:t>eceipt </a:t>
            </a:r>
            <a:r>
              <a:t>Scanning (OCR)</a:t>
            </a:r>
          </a:p>
          <a:p>
            <a:r>
              <a:t>- Auto extracts grocery items</a:t>
            </a:r>
          </a:p>
          <a:p>
            <a:r>
              <a:t>- Estimates expiry automatically</a:t>
            </a:r>
          </a:p>
          <a:p>
            <a:endParaRPr/>
          </a:p>
          <a:p>
            <a:r>
              <a:rPr/>
              <a:t>🥗 </a:t>
            </a:r>
            <a:r>
              <a:rPr lang="en-US" dirty="0" smtClean="0"/>
              <a:t>  </a:t>
            </a:r>
            <a:r>
              <a:rPr smtClean="0"/>
              <a:t>Pantry </a:t>
            </a:r>
            <a:r>
              <a:t>Management</a:t>
            </a:r>
          </a:p>
          <a:p>
            <a:r>
              <a:t>- All food in one place</a:t>
            </a:r>
          </a:p>
          <a:p>
            <a:r>
              <a:t>- Color-coded expiry status</a:t>
            </a:r>
          </a:p>
          <a:p>
            <a:endParaRPr/>
          </a:p>
          <a:p>
            <a:r>
              <a:rPr/>
              <a:t>🍲 </a:t>
            </a:r>
            <a:r>
              <a:rPr lang="en-US" dirty="0" smtClean="0"/>
              <a:t>  </a:t>
            </a:r>
            <a:r>
              <a:rPr smtClean="0"/>
              <a:t>Recipe </a:t>
            </a:r>
            <a:r>
              <a:t>Suggestions</a:t>
            </a:r>
          </a:p>
          <a:p>
            <a:r>
              <a:t>- Uses soon-to-expire items</a:t>
            </a:r>
          </a:p>
          <a:p>
            <a:r>
              <a:t>- Shows missing ingredients</a:t>
            </a:r>
          </a:p>
          <a:p>
            <a:endParaRPr/>
          </a:p>
          <a:p>
            <a:r>
              <a:rPr smtClean="0"/>
              <a:t>🎨</a:t>
            </a:r>
            <a:r>
              <a:rPr lang="en-US" dirty="0" smtClean="0"/>
              <a:t>  </a:t>
            </a:r>
            <a:r>
              <a:rPr smtClean="0"/>
              <a:t> </a:t>
            </a:r>
            <a:r>
              <a:t>Premium UX/UI</a:t>
            </a:r>
          </a:p>
          <a:p>
            <a:r>
              <a:t>- Clean mobile-first design</a:t>
            </a:r>
          </a:p>
          <a:p>
            <a:r>
              <a:t>- Smooth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Flutter – Mobile App</a:t>
            </a:r>
          </a:p>
          <a:p>
            <a:r>
              <a:t>• Node.js / FastAPI – Backend</a:t>
            </a:r>
          </a:p>
          <a:p>
            <a:r>
              <a:t>• Firebase – Database &amp; Auth</a:t>
            </a:r>
          </a:p>
          <a:p>
            <a:r>
              <a:t>• Google ML Kit – OCR scanning</a:t>
            </a:r>
          </a:p>
          <a:p>
            <a:r>
              <a:t>• OpenAI API – Recipe suggestions</a:t>
            </a:r>
          </a:p>
          <a:p>
            <a:r>
              <a:t>• Firebase Cloud Messaging –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</Words>
  <Application>Microsoft Macintosh PowerPoint</Application>
  <PresentationFormat>On-screen Show (4:3)</PresentationFormat>
  <Paragraphs>44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GreenPlate</vt:lpstr>
      <vt:lpstr>GreenPlate — Business Idea</vt:lpstr>
      <vt:lpstr>Problem</vt:lpstr>
      <vt:lpstr>Solution</vt:lpstr>
      <vt:lpstr>Key Features of GreenPlate</vt:lpstr>
      <vt:lpstr>Tech Stack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GreenPlate</dc:title>
  <dc:subject/>
  <dc:creator/>
  <cp:keywords/>
  <dc:description>generated using python-pptx</dc:description>
  <cp:lastModifiedBy>prathama pandey</cp:lastModifiedBy>
  <cp:revision>2</cp:revision>
  <dcterms:created xsi:type="dcterms:W3CDTF">2013-01-27T09:14:16Z</dcterms:created>
  <dcterms:modified xsi:type="dcterms:W3CDTF">2026-04-21T20:16:02Z</dcterms:modified>
  <cp:category/>
</cp:coreProperties>
</file>